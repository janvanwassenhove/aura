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 Hired a Real Robot as My Junior Dev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…and now my kids don't want to learn Java anymore.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A stand-up, a field report, and one uncomfortable question.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decades, we taught the hard part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Java, C#, Python, patterns, frameworks.</a:t>
            </a:r>
          </a:p>
          <a:p>
            <a:pPr>
              <a:defRPr sz="2000"/>
            </a:pPr>
            <a:r>
              <a:t>Because writing software WAS the hard 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My son isn't learning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He's learning to make money.</a:t>
            </a:r>
          </a:p>
          <a:p>
            <a:pPr>
              <a:defRPr sz="2000"/>
            </a:pPr>
            <a:r>
              <a:t>A study app one week, a gaming overlay the next.</a:t>
            </a:r>
          </a:p>
          <a:p>
            <a:pPr>
              <a:defRPr sz="2000"/>
            </a:pPr>
            <a:r>
              <a:t>He ships from ideas, not code. He sees products, not 'programming'.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I hired a robot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Reachy Mini — a real open-source desktop robot — as my junior dev.</a:t>
            </a:r>
          </a:p>
          <a:p>
            <a:pPr>
              <a:defRPr sz="2000"/>
            </a:pPr>
            <a:r>
              <a:t>I direct it; it drives a fleet of agents that code while I sleep.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My bet: writing software becomes a commodity. Expertise doesn't.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interface is shifting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From typing to talking.</a:t>
            </a:r>
          </a:p>
          <a:p>
            <a:pPr>
              <a:defRPr sz="2000"/>
            </a:pPr>
            <a:r>
              <a:t>Directing agents in plain language — until speaking to a robot</a:t>
            </a:r>
          </a:p>
          <a:p>
            <a:pPr>
              <a:defRPr sz="2000"/>
            </a:pPr>
            <a:r>
              <a:t>on your desk beats typing into an editor.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Are we raising the last generation of developers?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…or the first generation of something else?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still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000"/>
            </a:pPr>
            <a:r>
              <a:t>Architecture. Systems thinking. Integration. Taste.</a:t>
            </a:r>
          </a:p>
          <a:p>
            <a:pPr>
              <a:defRPr sz="2000"/>
            </a:pPr>
            <a:r>
              <a:t>Knowing WHAT to build.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There will be live robot moments. Some may even work.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